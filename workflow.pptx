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D0942-9967-469D-91EC-D01F75CF7783}" v="1" dt="2026-04-29T12:44:36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>
        <p:scale>
          <a:sx n="100" d="100"/>
          <a:sy n="100" d="100"/>
        </p:scale>
        <p:origin x="3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ot Gauthier" userId="a9199f1e-916f-4956-871a-ef6b97bc5424" providerId="ADAL" clId="{E2DD0942-9967-469D-91EC-D01F75CF7783}"/>
    <pc:docChg chg="modSld">
      <pc:chgData name="Ligot Gauthier" userId="a9199f1e-916f-4956-871a-ef6b97bc5424" providerId="ADAL" clId="{E2DD0942-9967-469D-91EC-D01F75CF7783}" dt="2026-04-29T12:44:36.790" v="3" actId="164"/>
      <pc:docMkLst>
        <pc:docMk/>
      </pc:docMkLst>
      <pc:sldChg chg="addSp modSp mod">
        <pc:chgData name="Ligot Gauthier" userId="a9199f1e-916f-4956-871a-ef6b97bc5424" providerId="ADAL" clId="{E2DD0942-9967-469D-91EC-D01F75CF7783}" dt="2026-04-29T12:44:36.790" v="3" actId="164"/>
        <pc:sldMkLst>
          <pc:docMk/>
          <pc:sldMk cId="3365265403" sldId="256"/>
        </pc:sldMkLst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3" creationId="{D88C272E-5180-621F-76EB-2543347385C1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22" creationId="{4AA83F27-5918-200B-1292-7329E58531B0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29" creationId="{33D11A04-851F-B23B-1153-E87FC559A25D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35" creationId="{2B4E2D3C-D5A1-68B3-B38A-240B68E618A3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39" creationId="{EF39B54E-D768-2D19-ABA8-514F43D9925F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42" creationId="{61BE9519-BDE4-9A25-874C-52B50CA30495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46" creationId="{0DA9C739-4D08-0D00-DC30-46FC3E503C7F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55" creationId="{5EAA026A-87DA-C163-A894-8F8EB703310E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066" creationId="{24144825-5C1A-1175-8CD1-41670FCE326E}"/>
          </ac:spMkLst>
        </pc:spChg>
        <pc:spChg chg="mod">
          <ac:chgData name="Ligot Gauthier" userId="a9199f1e-916f-4956-871a-ef6b97bc5424" providerId="ADAL" clId="{E2DD0942-9967-469D-91EC-D01F75CF7783}" dt="2026-04-29T12:44:36.790" v="3" actId="164"/>
          <ac:spMkLst>
            <pc:docMk/>
            <pc:sldMk cId="3365265403" sldId="256"/>
            <ac:spMk id="1139" creationId="{9A9D9DB8-E936-1ABD-D6D0-14946B2C2748}"/>
          </ac:spMkLst>
        </pc:spChg>
        <pc:cxnChg chg="add">
          <ac:chgData name="Ligot Gauthier" userId="a9199f1e-916f-4956-871a-ef6b97bc5424" providerId="ADAL" clId="{E2DD0942-9967-469D-91EC-D01F75CF7783}" dt="2026-04-29T12:44:14.035" v="0" actId="11529"/>
          <ac:cxnSpMkLst>
            <pc:docMk/>
            <pc:sldMk cId="3365265403" sldId="256"/>
            <ac:cxnSpMk id="1164" creationId="{32D24003-04A1-FB5D-D8A6-54FF0B0958E5}"/>
          </ac:cxnSpMkLst>
        </pc:cxnChg>
        <pc:cxnChg chg="add">
          <ac:chgData name="Ligot Gauthier" userId="a9199f1e-916f-4956-871a-ef6b97bc5424" providerId="ADAL" clId="{E2DD0942-9967-469D-91EC-D01F75CF7783}" dt="2026-04-29T12:44:18.708" v="1" actId="11529"/>
          <ac:cxnSpMkLst>
            <pc:docMk/>
            <pc:sldMk cId="3365265403" sldId="256"/>
            <ac:cxnSpMk id="1166" creationId="{78453F7E-D72B-2570-2853-E9C94EB25884}"/>
          </ac:cxnSpMkLst>
        </pc:cxnChg>
        <pc:cxnChg chg="add">
          <ac:chgData name="Ligot Gauthier" userId="a9199f1e-916f-4956-871a-ef6b97bc5424" providerId="ADAL" clId="{E2DD0942-9967-469D-91EC-D01F75CF7783}" dt="2026-04-29T12:44:22.880" v="2" actId="11529"/>
          <ac:cxnSpMkLst>
            <pc:docMk/>
            <pc:sldMk cId="3365265403" sldId="256"/>
            <ac:cxnSpMk id="1168" creationId="{E155720E-7759-044E-208A-556B8C593B9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806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6577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457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32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7235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729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6350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452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023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269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976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759F6-99E4-4CB7-96C7-A0394AA7E7D0}" type="datetimeFigureOut">
              <a:rPr lang="fr-BE" smtClean="0"/>
              <a:t>29-04-26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3FE14-7D19-4C46-924A-BE8C11AA531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411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roupe 1168">
            <a:extLst>
              <a:ext uri="{FF2B5EF4-FFF2-40B4-BE49-F238E27FC236}">
                <a16:creationId xmlns:a16="http://schemas.microsoft.com/office/drawing/2014/main" id="{6B1009EB-FC97-A130-5088-DDD79C1CD7DC}"/>
              </a:ext>
            </a:extLst>
          </p:cNvPr>
          <p:cNvGrpSpPr/>
          <p:nvPr/>
        </p:nvGrpSpPr>
        <p:grpSpPr>
          <a:xfrm>
            <a:off x="104480" y="77756"/>
            <a:ext cx="6557355" cy="9602714"/>
            <a:chOff x="104480" y="77756"/>
            <a:chExt cx="6557355" cy="9602714"/>
          </a:xfrm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A66DC0C2-9EF5-EBF1-A8C0-FE92F295ABCD}"/>
                </a:ext>
              </a:extLst>
            </p:cNvPr>
            <p:cNvSpPr/>
            <p:nvPr/>
          </p:nvSpPr>
          <p:spPr>
            <a:xfrm>
              <a:off x="122663" y="6238525"/>
              <a:ext cx="2489908" cy="18082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/>
            </a:p>
          </p:txBody>
        </p: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24144825-5C1A-1175-8CD1-41670FCE326E}"/>
                </a:ext>
              </a:extLst>
            </p:cNvPr>
            <p:cNvSpPr/>
            <p:nvPr/>
          </p:nvSpPr>
          <p:spPr>
            <a:xfrm>
              <a:off x="122663" y="88299"/>
              <a:ext cx="6539172" cy="60077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/>
            </a:p>
          </p:txBody>
        </p:sp>
        <p:pic>
          <p:nvPicPr>
            <p:cNvPr id="9" name="Image 8" descr="Une image contenant texte, fruit, nourriture&#10;&#10;Le contenu généré par l’IA peut être incorrect.">
              <a:extLst>
                <a:ext uri="{FF2B5EF4-FFF2-40B4-BE49-F238E27FC236}">
                  <a16:creationId xmlns:a16="http://schemas.microsoft.com/office/drawing/2014/main" id="{BCB91A7D-F0F5-597B-241C-5BDC1B2CD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7298" y="3343921"/>
              <a:ext cx="372864" cy="306578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B589273-5C6C-ABD8-B8AB-7F7E50C95588}"/>
                </a:ext>
              </a:extLst>
            </p:cNvPr>
            <p:cNvSpPr txBox="1"/>
            <p:nvPr/>
          </p:nvSpPr>
          <p:spPr>
            <a:xfrm>
              <a:off x="3350164" y="3297154"/>
              <a:ext cx="1564852" cy="400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WalsiOAKScenario.java</a:t>
              </a:r>
            </a:p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WalsiMIXScenario.java</a:t>
              </a:r>
              <a:endParaRPr lang="fr-BE" sz="1001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1521F3-7E53-5513-5BAC-C6093C8EFCC2}"/>
                </a:ext>
              </a:extLst>
            </p:cNvPr>
            <p:cNvSpPr/>
            <p:nvPr/>
          </p:nvSpPr>
          <p:spPr>
            <a:xfrm>
              <a:off x="2899996" y="3297155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7A7B16A-D9B9-3899-EDD8-E1C0E64EC4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500" y="3834122"/>
              <a:ext cx="281669" cy="262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88C272E-5180-621F-76EB-2543347385C1}"/>
                </a:ext>
              </a:extLst>
            </p:cNvPr>
            <p:cNvSpPr txBox="1"/>
            <p:nvPr/>
          </p:nvSpPr>
          <p:spPr>
            <a:xfrm>
              <a:off x="838669" y="3765230"/>
              <a:ext cx="1314784" cy="400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Normes</a:t>
              </a:r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Do 9.0.xlsx</a:t>
              </a:r>
            </a:p>
            <a:p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Normes</a:t>
              </a:r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Ep 9.0.xlsx</a:t>
              </a:r>
              <a:endParaRPr lang="fr-BE" sz="100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03AB07-52D7-78AB-EB70-9D614FEEED2B}"/>
                </a:ext>
              </a:extLst>
            </p:cNvPr>
            <p:cNvSpPr/>
            <p:nvPr/>
          </p:nvSpPr>
          <p:spPr>
            <a:xfrm>
              <a:off x="388499" y="3765230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339BE65D-970F-FB1B-35FE-3FB05C9684C0}"/>
                </a:ext>
              </a:extLst>
            </p:cNvPr>
            <p:cNvSpPr txBox="1"/>
            <p:nvPr/>
          </p:nvSpPr>
          <p:spPr>
            <a:xfrm>
              <a:off x="378863" y="3519008"/>
              <a:ext cx="1385316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Yield tables (DOU, SPR)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4668ECA-B313-8B58-5996-F08A9BCECDC7}"/>
                </a:ext>
              </a:extLst>
            </p:cNvPr>
            <p:cNvSpPr txBox="1"/>
            <p:nvPr/>
          </p:nvSpPr>
          <p:spPr>
            <a:xfrm>
              <a:off x="2914627" y="3043217"/>
              <a:ext cx="182293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Simulate OAK and MIX scenario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AA83F27-5918-200B-1292-7329E58531B0}"/>
                </a:ext>
              </a:extLst>
            </p:cNvPr>
            <p:cNvSpPr txBox="1"/>
            <p:nvPr/>
          </p:nvSpPr>
          <p:spPr>
            <a:xfrm>
              <a:off x="104480" y="77756"/>
              <a:ext cx="885179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Simulations</a:t>
              </a:r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27BF5A96-DF27-0751-C7DC-9528A09CC2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2223" y="403414"/>
              <a:ext cx="281669" cy="262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81CAC13-7FCA-D1C6-F583-9DA996135315}"/>
                </a:ext>
              </a:extLst>
            </p:cNvPr>
            <p:cNvSpPr txBox="1"/>
            <p:nvPr/>
          </p:nvSpPr>
          <p:spPr>
            <a:xfrm>
              <a:off x="2156390" y="334523"/>
              <a:ext cx="1486304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Mix_species_dico.xlsx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9FB161-055E-E19B-7910-7559FD6B02D1}"/>
                </a:ext>
              </a:extLst>
            </p:cNvPr>
            <p:cNvSpPr/>
            <p:nvPr/>
          </p:nvSpPr>
          <p:spPr>
            <a:xfrm>
              <a:off x="1706222" y="334522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388F73C9-6190-A52C-3DDB-19EC31A9C39D}"/>
                </a:ext>
              </a:extLst>
            </p:cNvPr>
            <p:cNvSpPr txBox="1"/>
            <p:nvPr/>
          </p:nvSpPr>
          <p:spPr>
            <a:xfrm>
              <a:off x="1696584" y="88299"/>
              <a:ext cx="1451038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Species lookup list (MIX)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28" name="Picture 4" descr="R Markdown">
              <a:extLst>
                <a:ext uri="{FF2B5EF4-FFF2-40B4-BE49-F238E27FC236}">
                  <a16:creationId xmlns:a16="http://schemas.microsoft.com/office/drawing/2014/main" id="{FE75099D-8867-57F2-A377-40045B412E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8773" y="8476326"/>
              <a:ext cx="291090" cy="337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33D11A04-851F-B23B-1153-E87FC559A25D}"/>
                </a:ext>
              </a:extLst>
            </p:cNvPr>
            <p:cNvSpPr txBox="1"/>
            <p:nvPr/>
          </p:nvSpPr>
          <p:spPr>
            <a:xfrm>
              <a:off x="3368336" y="8436484"/>
              <a:ext cx="1463862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paper_results_v6.rmd</a:t>
              </a:r>
              <a:endParaRPr lang="fr-BE" sz="1001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3C51F64-5011-64C7-C8E4-8DAA72A30095}"/>
                </a:ext>
              </a:extLst>
            </p:cNvPr>
            <p:cNvSpPr/>
            <p:nvPr/>
          </p:nvSpPr>
          <p:spPr>
            <a:xfrm>
              <a:off x="2918168" y="8436483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77477817-FC61-2591-61E0-794F99B3372E}"/>
                </a:ext>
              </a:extLst>
            </p:cNvPr>
            <p:cNvSpPr txBox="1"/>
            <p:nvPr/>
          </p:nvSpPr>
          <p:spPr>
            <a:xfrm>
              <a:off x="3219042" y="8170212"/>
              <a:ext cx="1335622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 the paper analyses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30" name="Picture 6" descr="Rdata icon 1024x1024px (ico, png, icns) - free download | Icons101.com">
              <a:extLst>
                <a:ext uri="{FF2B5EF4-FFF2-40B4-BE49-F238E27FC236}">
                  <a16:creationId xmlns:a16="http://schemas.microsoft.com/office/drawing/2014/main" id="{710620F7-CB9E-0639-BBCB-E99976FD3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76" y="6834425"/>
              <a:ext cx="378708" cy="378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FCA4ECC-7D2D-353E-968D-13EC154308FF}"/>
                </a:ext>
              </a:extLst>
            </p:cNvPr>
            <p:cNvSpPr txBox="1"/>
            <p:nvPr/>
          </p:nvSpPr>
          <p:spPr>
            <a:xfrm>
              <a:off x="814930" y="6820643"/>
              <a:ext cx="1447832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1_CalcData_en.Rdata</a:t>
              </a:r>
              <a:endParaRPr lang="fr-BE" sz="1001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214C6A5-288A-8F85-217A-19790BE50DC1}"/>
                </a:ext>
              </a:extLst>
            </p:cNvPr>
            <p:cNvSpPr/>
            <p:nvPr/>
          </p:nvSpPr>
          <p:spPr>
            <a:xfrm>
              <a:off x="364762" y="6820641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551E05D9-269F-772B-8B5A-C05A8AEBE944}"/>
                </a:ext>
              </a:extLst>
            </p:cNvPr>
            <p:cNvSpPr txBox="1"/>
            <p:nvPr/>
          </p:nvSpPr>
          <p:spPr>
            <a:xfrm>
              <a:off x="370591" y="6566801"/>
              <a:ext cx="94769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Inventory data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5" name="Picture 6" descr="Rdata icon 1024x1024px (ico, png, icns) - free download | Icons101.com">
              <a:extLst>
                <a:ext uri="{FF2B5EF4-FFF2-40B4-BE49-F238E27FC236}">
                  <a16:creationId xmlns:a16="http://schemas.microsoft.com/office/drawing/2014/main" id="{467E9FD9-83AE-6B79-4415-F941E8A1C1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977" y="7499045"/>
              <a:ext cx="378708" cy="378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34802C6F-F306-5CF8-998B-F8B8FB087A6E}"/>
                </a:ext>
              </a:extLst>
            </p:cNvPr>
            <p:cNvSpPr txBox="1"/>
            <p:nvPr/>
          </p:nvSpPr>
          <p:spPr>
            <a:xfrm>
              <a:off x="829031" y="7485263"/>
              <a:ext cx="1220206" cy="400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3_CalcRevenues_</a:t>
              </a:r>
            </a:p>
            <a:p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en.Rdata</a:t>
              </a:r>
              <a:endParaRPr lang="fr-BE" sz="1001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E6B26E-0D0C-2147-0767-AB9030F8D117}"/>
                </a:ext>
              </a:extLst>
            </p:cNvPr>
            <p:cNvSpPr/>
            <p:nvPr/>
          </p:nvSpPr>
          <p:spPr>
            <a:xfrm>
              <a:off x="378862" y="7485263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5BCED90-8817-BBAB-F4D0-E11D04D0CB0E}"/>
                </a:ext>
              </a:extLst>
            </p:cNvPr>
            <p:cNvSpPr txBox="1"/>
            <p:nvPr/>
          </p:nvSpPr>
          <p:spPr>
            <a:xfrm>
              <a:off x="378862" y="7231294"/>
              <a:ext cx="1040670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Economical data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F07FE6BE-4E64-4DB0-90E8-8EBD34F92B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79" y="9349252"/>
              <a:ext cx="281669" cy="262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EDB23D7D-5BB3-36E2-584D-5B2D9B6EC89D}"/>
                </a:ext>
              </a:extLst>
            </p:cNvPr>
            <p:cNvSpPr txBox="1"/>
            <p:nvPr/>
          </p:nvSpPr>
          <p:spPr>
            <a:xfrm>
              <a:off x="762547" y="9280361"/>
              <a:ext cx="756938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table.xlsx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1D3C547-F1A0-E028-BE91-FF10F585CB2F}"/>
                </a:ext>
              </a:extLst>
            </p:cNvPr>
            <p:cNvSpPr/>
            <p:nvPr/>
          </p:nvSpPr>
          <p:spPr>
            <a:xfrm>
              <a:off x="312378" y="9280360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4F8E6E49-2005-1CF1-0D40-335802AC8A12}"/>
                </a:ext>
              </a:extLst>
            </p:cNvPr>
            <p:cNvSpPr txBox="1"/>
            <p:nvPr/>
          </p:nvSpPr>
          <p:spPr>
            <a:xfrm>
              <a:off x="302741" y="9034137"/>
              <a:ext cx="1601721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All paper tables (and more)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18437BA2-ED94-895E-FA66-91FE682B26F7}"/>
                </a:ext>
              </a:extLst>
            </p:cNvPr>
            <p:cNvSpPr txBox="1"/>
            <p:nvPr/>
          </p:nvSpPr>
          <p:spPr>
            <a:xfrm>
              <a:off x="3350164" y="4053204"/>
              <a:ext cx="1422184" cy="431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*.txt ; *.</a:t>
              </a:r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prj</a:t>
              </a:r>
              <a:endParaRPr lang="en-US" sz="1001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r>
                <a:rPr lang="en-US" sz="6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In data/simulation/</a:t>
              </a:r>
              <a:r>
                <a:rPr lang="en-US" sz="6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evenagedoak</a:t>
              </a:r>
              <a:r>
                <a:rPr lang="en-US" sz="6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/ ; </a:t>
              </a:r>
            </a:p>
            <a:p>
              <a:r>
                <a:rPr lang="en-US" sz="6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data/simulation/</a:t>
              </a:r>
              <a:r>
                <a:rPr lang="en-US" sz="6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unevenaged</a:t>
              </a:r>
              <a:r>
                <a:rPr lang="en-US" sz="6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/</a:t>
              </a:r>
              <a:endParaRPr lang="fr-BE" sz="1001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30758D-242B-9EC7-9E87-95F9414021C0}"/>
                </a:ext>
              </a:extLst>
            </p:cNvPr>
            <p:cNvSpPr/>
            <p:nvPr/>
          </p:nvSpPr>
          <p:spPr>
            <a:xfrm>
              <a:off x="2899996" y="4053204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F4E2815F-25B1-BE8A-42F7-14CD7370BC2A}"/>
                </a:ext>
              </a:extLst>
            </p:cNvPr>
            <p:cNvSpPr txBox="1"/>
            <p:nvPr/>
          </p:nvSpPr>
          <p:spPr>
            <a:xfrm>
              <a:off x="2914627" y="3799266"/>
              <a:ext cx="182293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Simulate OAK and MIX scenario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32" name="Picture 8" descr="Txt - Free files and folders icons">
              <a:extLst>
                <a:ext uri="{FF2B5EF4-FFF2-40B4-BE49-F238E27FC236}">
                  <a16:creationId xmlns:a16="http://schemas.microsoft.com/office/drawing/2014/main" id="{C9D7DF42-A5D0-D01E-09BF-1F95C660F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4624" y="4090287"/>
              <a:ext cx="339044" cy="339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34C50A79-9299-6696-7A53-0F882B436F8C}"/>
                </a:ext>
              </a:extLst>
            </p:cNvPr>
            <p:cNvSpPr txBox="1"/>
            <p:nvPr/>
          </p:nvSpPr>
          <p:spPr>
            <a:xfrm>
              <a:off x="4444121" y="1043947"/>
              <a:ext cx="1561646" cy="400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1_generate inventory files </a:t>
              </a:r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evenaged</a:t>
              </a:r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Sardin.R</a:t>
              </a:r>
              <a:endParaRPr lang="fr-BE" sz="1001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F98FC79-F7E1-2B34-5F69-1FC2202A8052}"/>
                </a:ext>
              </a:extLst>
            </p:cNvPr>
            <p:cNvSpPr/>
            <p:nvPr/>
          </p:nvSpPr>
          <p:spPr>
            <a:xfrm>
              <a:off x="3993955" y="1043947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6A0155E-B6E2-B49F-FC1C-68ED8AD343A3}"/>
                </a:ext>
              </a:extLst>
            </p:cNvPr>
            <p:cNvSpPr txBox="1"/>
            <p:nvPr/>
          </p:nvSpPr>
          <p:spPr>
            <a:xfrm>
              <a:off x="4008584" y="790010"/>
              <a:ext cx="1895071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Generate virtual inventory (OAK)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34BEB81E-433C-4FB4-AC7B-6510C145C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3701" y="1089681"/>
              <a:ext cx="397492" cy="308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219429F5-FCCB-FB74-E44C-670F80FEF432}"/>
                </a:ext>
              </a:extLst>
            </p:cNvPr>
            <p:cNvSpPr txBox="1"/>
            <p:nvPr/>
          </p:nvSpPr>
          <p:spPr>
            <a:xfrm>
              <a:off x="2162058" y="2466799"/>
              <a:ext cx="15559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700" dirty="0"/>
                <a:t>1900_2500_constantClimate_Haugimont.txt ; </a:t>
              </a:r>
              <a:r>
                <a:rPr lang="fr-BE" sz="700" dirty="0" err="1"/>
                <a:t>thinning</a:t>
              </a:r>
              <a:r>
                <a:rPr lang="fr-BE" sz="700" dirty="0"/>
                <a:t> </a:t>
              </a:r>
              <a:r>
                <a:rPr lang="fr-BE" sz="700" dirty="0" err="1"/>
                <a:t>parameters</a:t>
              </a:r>
              <a:r>
                <a:rPr lang="fr-BE" sz="700" dirty="0"/>
                <a:t> ; </a:t>
              </a:r>
              <a:r>
                <a:rPr lang="fr-BE" sz="700" dirty="0" err="1"/>
                <a:t>thinning</a:t>
              </a:r>
              <a:r>
                <a:rPr lang="fr-BE" sz="700" dirty="0"/>
                <a:t> </a:t>
              </a:r>
              <a:r>
                <a:rPr lang="fr-BE" sz="700" dirty="0" err="1"/>
                <a:t>parameters</a:t>
              </a:r>
              <a:r>
                <a:rPr lang="fr-BE" sz="700" dirty="0"/>
                <a:t> </a:t>
              </a:r>
              <a:r>
                <a:rPr lang="fr-BE" sz="700" dirty="0" err="1"/>
                <a:t>frene</a:t>
              </a:r>
              <a:endParaRPr lang="fr-BE" sz="1001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58D84D8-F3B6-B478-B611-71F52EEED821}"/>
                </a:ext>
              </a:extLst>
            </p:cNvPr>
            <p:cNvSpPr/>
            <p:nvPr/>
          </p:nvSpPr>
          <p:spPr>
            <a:xfrm>
              <a:off x="1711888" y="2466801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03D1976A-B859-B5B8-518A-B4C13F78B927}"/>
                </a:ext>
              </a:extLst>
            </p:cNvPr>
            <p:cNvSpPr txBox="1"/>
            <p:nvPr/>
          </p:nvSpPr>
          <p:spPr>
            <a:xfrm>
              <a:off x="1726518" y="2212861"/>
              <a:ext cx="1685077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Simulation parameters (MIX)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0" name="Picture 8" descr="Txt - Free files and folders icons">
              <a:extLst>
                <a:ext uri="{FF2B5EF4-FFF2-40B4-BE49-F238E27FC236}">
                  <a16:creationId xmlns:a16="http://schemas.microsoft.com/office/drawing/2014/main" id="{14607A05-99FE-F472-8FA5-E99A4A7C0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6516" y="2503881"/>
              <a:ext cx="339044" cy="339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ZoneTexte 1024">
              <a:extLst>
                <a:ext uri="{FF2B5EF4-FFF2-40B4-BE49-F238E27FC236}">
                  <a16:creationId xmlns:a16="http://schemas.microsoft.com/office/drawing/2014/main" id="{47F9D421-E3BF-A783-CD73-2770FD4264CD}"/>
                </a:ext>
              </a:extLst>
            </p:cNvPr>
            <p:cNvSpPr txBox="1"/>
            <p:nvPr/>
          </p:nvSpPr>
          <p:spPr>
            <a:xfrm>
              <a:off x="2162058" y="1744700"/>
              <a:ext cx="1555979" cy="246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1001" dirty="0"/>
                <a:t>Haugimont1992.inv</a:t>
              </a:r>
              <a:endParaRPr lang="fr-BE" sz="120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E1FAC39-63C3-F764-777F-674C55F1D29D}"/>
                </a:ext>
              </a:extLst>
            </p:cNvPr>
            <p:cNvSpPr/>
            <p:nvPr/>
          </p:nvSpPr>
          <p:spPr>
            <a:xfrm>
              <a:off x="1711888" y="1744701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29" name="ZoneTexte 1028">
              <a:extLst>
                <a:ext uri="{FF2B5EF4-FFF2-40B4-BE49-F238E27FC236}">
                  <a16:creationId xmlns:a16="http://schemas.microsoft.com/office/drawing/2014/main" id="{170F6B18-0167-C695-05B4-7C3E9C9C2B35}"/>
                </a:ext>
              </a:extLst>
            </p:cNvPr>
            <p:cNvSpPr txBox="1"/>
            <p:nvPr/>
          </p:nvSpPr>
          <p:spPr>
            <a:xfrm>
              <a:off x="1726518" y="1490763"/>
              <a:ext cx="1058303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Virtual inventory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31" name="Picture 8" descr="Txt - Free files and folders icons">
              <a:extLst>
                <a:ext uri="{FF2B5EF4-FFF2-40B4-BE49-F238E27FC236}">
                  <a16:creationId xmlns:a16="http://schemas.microsoft.com/office/drawing/2014/main" id="{AD07F87F-182A-642B-DEF0-6EE4217D3F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6516" y="1781784"/>
              <a:ext cx="339044" cy="339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3" name="ZoneTexte 1032">
              <a:extLst>
                <a:ext uri="{FF2B5EF4-FFF2-40B4-BE49-F238E27FC236}">
                  <a16:creationId xmlns:a16="http://schemas.microsoft.com/office/drawing/2014/main" id="{0375278F-A5CF-5B10-E159-A02CC8462C85}"/>
                </a:ext>
              </a:extLst>
            </p:cNvPr>
            <p:cNvSpPr txBox="1"/>
            <p:nvPr/>
          </p:nvSpPr>
          <p:spPr>
            <a:xfrm>
              <a:off x="4449790" y="1736653"/>
              <a:ext cx="1555979" cy="246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1001" dirty="0" err="1"/>
                <a:t>Inventory.inv</a:t>
              </a:r>
              <a:r>
                <a:rPr lang="fr-BE" sz="1001" dirty="0"/>
                <a:t> </a:t>
              </a:r>
              <a:endParaRPr lang="fr-BE" sz="1200" dirty="0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2B4E2D3C-D5A1-68B3-B38A-240B68E618A3}"/>
                </a:ext>
              </a:extLst>
            </p:cNvPr>
            <p:cNvSpPr/>
            <p:nvPr/>
          </p:nvSpPr>
          <p:spPr>
            <a:xfrm>
              <a:off x="3999621" y="1736652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36" name="ZoneTexte 1035">
              <a:extLst>
                <a:ext uri="{FF2B5EF4-FFF2-40B4-BE49-F238E27FC236}">
                  <a16:creationId xmlns:a16="http://schemas.microsoft.com/office/drawing/2014/main" id="{59678BC6-7A09-A47D-22A1-9FED3EB13F15}"/>
                </a:ext>
              </a:extLst>
            </p:cNvPr>
            <p:cNvSpPr txBox="1"/>
            <p:nvPr/>
          </p:nvSpPr>
          <p:spPr>
            <a:xfrm>
              <a:off x="4014248" y="1497003"/>
              <a:ext cx="1702710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Simulation parameters (OAK)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37" name="Picture 8" descr="Txt - Free files and folders icons">
              <a:extLst>
                <a:ext uri="{FF2B5EF4-FFF2-40B4-BE49-F238E27FC236}">
                  <a16:creationId xmlns:a16="http://schemas.microsoft.com/office/drawing/2014/main" id="{0660F7B4-0077-5085-EC7E-C00C99B9A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4249" y="1773735"/>
              <a:ext cx="339044" cy="339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8" name="ZoneTexte 1037">
              <a:extLst>
                <a:ext uri="{FF2B5EF4-FFF2-40B4-BE49-F238E27FC236}">
                  <a16:creationId xmlns:a16="http://schemas.microsoft.com/office/drawing/2014/main" id="{D976BD2B-B519-0D83-D65A-9596B98A9855}"/>
                </a:ext>
              </a:extLst>
            </p:cNvPr>
            <p:cNvSpPr txBox="1"/>
            <p:nvPr/>
          </p:nvSpPr>
          <p:spPr>
            <a:xfrm>
              <a:off x="4444124" y="2472663"/>
              <a:ext cx="155597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BE" sz="700" dirty="0"/>
                <a:t>climate.txt ; </a:t>
              </a:r>
              <a:r>
                <a:rPr lang="fr-BE" sz="700" dirty="0" err="1"/>
                <a:t>Walsi.species</a:t>
              </a:r>
              <a:endParaRPr lang="fr-BE" sz="700" dirty="0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EF39B54E-D768-2D19-ABA8-514F43D9925F}"/>
                </a:ext>
              </a:extLst>
            </p:cNvPr>
            <p:cNvSpPr/>
            <p:nvPr/>
          </p:nvSpPr>
          <p:spPr>
            <a:xfrm>
              <a:off x="3993955" y="2472661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40" name="ZoneTexte 1039">
              <a:extLst>
                <a:ext uri="{FF2B5EF4-FFF2-40B4-BE49-F238E27FC236}">
                  <a16:creationId xmlns:a16="http://schemas.microsoft.com/office/drawing/2014/main" id="{EAC256EE-1B62-05B7-37EE-F20FBD6BCB5D}"/>
                </a:ext>
              </a:extLst>
            </p:cNvPr>
            <p:cNvSpPr txBox="1"/>
            <p:nvPr/>
          </p:nvSpPr>
          <p:spPr>
            <a:xfrm>
              <a:off x="4008582" y="2218724"/>
              <a:ext cx="1702710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Simulation parameters (OAK)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1" name="Picture 8" descr="Txt - Free files and folders icons">
              <a:extLst>
                <a:ext uri="{FF2B5EF4-FFF2-40B4-BE49-F238E27FC236}">
                  <a16:creationId xmlns:a16="http://schemas.microsoft.com/office/drawing/2014/main" id="{DAA74BBE-32DE-4FD0-BFEC-CE159488F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8582" y="2509744"/>
              <a:ext cx="339044" cy="339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2" name="ZoneTexte 1041">
              <a:extLst>
                <a:ext uri="{FF2B5EF4-FFF2-40B4-BE49-F238E27FC236}">
                  <a16:creationId xmlns:a16="http://schemas.microsoft.com/office/drawing/2014/main" id="{61BE9519-BDE4-9A25-874C-52B50CA30495}"/>
                </a:ext>
              </a:extLst>
            </p:cNvPr>
            <p:cNvSpPr txBox="1"/>
            <p:nvPr/>
          </p:nvSpPr>
          <p:spPr>
            <a:xfrm>
              <a:off x="2166815" y="1050789"/>
              <a:ext cx="1561646" cy="400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Create </a:t>
              </a:r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walsi</a:t>
              </a:r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inventory.R</a:t>
              </a:r>
              <a:endParaRPr lang="fr-BE" sz="1001" dirty="0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07056077-464E-C6C6-7DEE-2F310E0EA521}"/>
                </a:ext>
              </a:extLst>
            </p:cNvPr>
            <p:cNvSpPr/>
            <p:nvPr/>
          </p:nvSpPr>
          <p:spPr>
            <a:xfrm>
              <a:off x="1716647" y="1050788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44" name="ZoneTexte 1043">
              <a:extLst>
                <a:ext uri="{FF2B5EF4-FFF2-40B4-BE49-F238E27FC236}">
                  <a16:creationId xmlns:a16="http://schemas.microsoft.com/office/drawing/2014/main" id="{771EC309-4F29-CBD6-0FA5-B5F5456AAC6E}"/>
                </a:ext>
              </a:extLst>
            </p:cNvPr>
            <p:cNvSpPr txBox="1"/>
            <p:nvPr/>
          </p:nvSpPr>
          <p:spPr>
            <a:xfrm>
              <a:off x="1731275" y="796850"/>
              <a:ext cx="1877437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Generate virtual inventory (MIX)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5" name="Picture 10">
              <a:extLst>
                <a:ext uri="{FF2B5EF4-FFF2-40B4-BE49-F238E27FC236}">
                  <a16:creationId xmlns:a16="http://schemas.microsoft.com/office/drawing/2014/main" id="{460D11C8-7FE4-DAD2-C8B1-55D6112D32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6392" y="1096522"/>
              <a:ext cx="397492" cy="308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6" name="ZoneTexte 1045">
              <a:extLst>
                <a:ext uri="{FF2B5EF4-FFF2-40B4-BE49-F238E27FC236}">
                  <a16:creationId xmlns:a16="http://schemas.microsoft.com/office/drawing/2014/main" id="{0DA9C739-4D08-0D00-DC30-46FC3E503C7F}"/>
                </a:ext>
              </a:extLst>
            </p:cNvPr>
            <p:cNvSpPr txBox="1"/>
            <p:nvPr/>
          </p:nvSpPr>
          <p:spPr>
            <a:xfrm>
              <a:off x="4589083" y="7194462"/>
              <a:ext cx="15616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commonParameters.R</a:t>
              </a:r>
              <a:r>
                <a:rPr lang="en-US" sz="7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7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process_simulation_fctn</a:t>
              </a:r>
              <a:r>
                <a:rPr lang="en-US" sz="7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; </a:t>
              </a:r>
              <a:r>
                <a:rPr lang="en-US" sz="7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tirf.R</a:t>
              </a:r>
              <a:endParaRPr lang="fr-BE" sz="700" dirty="0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17930F11-B082-B2E5-C0C6-97D608D098A5}"/>
                </a:ext>
              </a:extLst>
            </p:cNvPr>
            <p:cNvSpPr/>
            <p:nvPr/>
          </p:nvSpPr>
          <p:spPr>
            <a:xfrm>
              <a:off x="4138916" y="7194461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48" name="ZoneTexte 1047">
              <a:extLst>
                <a:ext uri="{FF2B5EF4-FFF2-40B4-BE49-F238E27FC236}">
                  <a16:creationId xmlns:a16="http://schemas.microsoft.com/office/drawing/2014/main" id="{EE8869A0-F835-E38D-D9FB-7953F679F545}"/>
                </a:ext>
              </a:extLst>
            </p:cNvPr>
            <p:cNvSpPr txBox="1"/>
            <p:nvPr/>
          </p:nvSpPr>
          <p:spPr>
            <a:xfrm>
              <a:off x="4153544" y="6940523"/>
              <a:ext cx="1928733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Common parameters and utilities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9" name="Picture 10">
              <a:extLst>
                <a:ext uri="{FF2B5EF4-FFF2-40B4-BE49-F238E27FC236}">
                  <a16:creationId xmlns:a16="http://schemas.microsoft.com/office/drawing/2014/main" id="{87BF66AF-2A86-494E-264C-D98A6DA39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8663" y="7240195"/>
              <a:ext cx="397492" cy="308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0" name="ZoneTexte 1049">
              <a:extLst>
                <a:ext uri="{FF2B5EF4-FFF2-40B4-BE49-F238E27FC236}">
                  <a16:creationId xmlns:a16="http://schemas.microsoft.com/office/drawing/2014/main" id="{F6D677F1-3DAD-6FD6-8E11-69067A40E714}"/>
                </a:ext>
              </a:extLst>
            </p:cNvPr>
            <p:cNvSpPr txBox="1"/>
            <p:nvPr/>
          </p:nvSpPr>
          <p:spPr>
            <a:xfrm>
              <a:off x="3335227" y="4776709"/>
              <a:ext cx="15616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runEconomicScenario.R</a:t>
              </a:r>
              <a:r>
                <a:rPr lang="en-US" sz="4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4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getEconomicScenario_DOU.R</a:t>
              </a:r>
              <a:r>
                <a:rPr lang="en-US" sz="4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4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getEconomicScenario_SPR.R</a:t>
              </a:r>
              <a:r>
                <a:rPr lang="en-US" sz="4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4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getEconomicScenario_OAK.R</a:t>
              </a:r>
              <a:r>
                <a:rPr lang="en-US" sz="4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4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getEconomicScenario_MIX.R</a:t>
              </a:r>
              <a:r>
                <a:rPr lang="en-US" sz="4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</a:t>
              </a:r>
              <a:endParaRPr lang="fr-BE" sz="400" dirty="0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71ACFA84-0D6B-102C-9CF6-61C90F87DB99}"/>
                </a:ext>
              </a:extLst>
            </p:cNvPr>
            <p:cNvSpPr/>
            <p:nvPr/>
          </p:nvSpPr>
          <p:spPr>
            <a:xfrm>
              <a:off x="2885059" y="4776708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52" name="ZoneTexte 1051">
              <a:extLst>
                <a:ext uri="{FF2B5EF4-FFF2-40B4-BE49-F238E27FC236}">
                  <a16:creationId xmlns:a16="http://schemas.microsoft.com/office/drawing/2014/main" id="{518DE552-EAC5-1149-BA01-E3971678C504}"/>
                </a:ext>
              </a:extLst>
            </p:cNvPr>
            <p:cNvSpPr txBox="1"/>
            <p:nvPr/>
          </p:nvSpPr>
          <p:spPr>
            <a:xfrm>
              <a:off x="2899689" y="4522770"/>
              <a:ext cx="1588897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Process simulation outputs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53" name="Picture 10">
              <a:extLst>
                <a:ext uri="{FF2B5EF4-FFF2-40B4-BE49-F238E27FC236}">
                  <a16:creationId xmlns:a16="http://schemas.microsoft.com/office/drawing/2014/main" id="{A8018943-0D56-D83C-6FDE-A4D6D3EA08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4806" y="4822442"/>
              <a:ext cx="397492" cy="308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6" descr="Rdata icon 1024x1024px (ico, png, icns) - free download | Icons101.com">
              <a:extLst>
                <a:ext uri="{FF2B5EF4-FFF2-40B4-BE49-F238E27FC236}">
                  <a16:creationId xmlns:a16="http://schemas.microsoft.com/office/drawing/2014/main" id="{68CB24B5-9405-CCAE-F7BE-C5E369FB8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5174" y="5471809"/>
              <a:ext cx="378708" cy="378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5" name="ZoneTexte 1054">
              <a:extLst>
                <a:ext uri="{FF2B5EF4-FFF2-40B4-BE49-F238E27FC236}">
                  <a16:creationId xmlns:a16="http://schemas.microsoft.com/office/drawing/2014/main" id="{5EAA026A-87DA-C163-A894-8F8EB703310E}"/>
                </a:ext>
              </a:extLst>
            </p:cNvPr>
            <p:cNvSpPr txBox="1"/>
            <p:nvPr/>
          </p:nvSpPr>
          <p:spPr>
            <a:xfrm>
              <a:off x="3335227" y="5458028"/>
              <a:ext cx="15616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DOU.Rdata</a:t>
              </a:r>
              <a:r>
                <a:rPr lang="en-US" sz="9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SPR. </a:t>
              </a:r>
              <a:r>
                <a:rPr lang="en-US" sz="9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Rdata</a:t>
              </a:r>
              <a:r>
                <a:rPr lang="en-US" sz="9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9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OAK.Rdata</a:t>
              </a:r>
              <a:r>
                <a:rPr lang="en-US" sz="900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; </a:t>
              </a:r>
              <a:r>
                <a:rPr lang="en-US" sz="900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MIX.Rdata</a:t>
              </a:r>
              <a:endParaRPr lang="fr-BE" sz="900" dirty="0"/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1EF48D14-0FAE-080D-3017-6DFDFA801688}"/>
                </a:ext>
              </a:extLst>
            </p:cNvPr>
            <p:cNvSpPr/>
            <p:nvPr/>
          </p:nvSpPr>
          <p:spPr>
            <a:xfrm>
              <a:off x="2885059" y="5458027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57" name="ZoneTexte 1056">
              <a:extLst>
                <a:ext uri="{FF2B5EF4-FFF2-40B4-BE49-F238E27FC236}">
                  <a16:creationId xmlns:a16="http://schemas.microsoft.com/office/drawing/2014/main" id="{329763B7-4413-70CD-FDB6-5EAAD761E765}"/>
                </a:ext>
              </a:extLst>
            </p:cNvPr>
            <p:cNvSpPr txBox="1"/>
            <p:nvPr/>
          </p:nvSpPr>
          <p:spPr>
            <a:xfrm>
              <a:off x="2890886" y="5204187"/>
              <a:ext cx="1040670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Economical data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58" name="Picture 2">
              <a:extLst>
                <a:ext uri="{FF2B5EF4-FFF2-40B4-BE49-F238E27FC236}">
                  <a16:creationId xmlns:a16="http://schemas.microsoft.com/office/drawing/2014/main" id="{BB02C388-C182-F18A-A288-AEADDEF531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403" y="4454896"/>
              <a:ext cx="281669" cy="262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9" name="ZoneTexte 1058">
              <a:extLst>
                <a:ext uri="{FF2B5EF4-FFF2-40B4-BE49-F238E27FC236}">
                  <a16:creationId xmlns:a16="http://schemas.microsoft.com/office/drawing/2014/main" id="{B1B8B5A0-7557-52A2-5CEA-7205897957AE}"/>
                </a:ext>
              </a:extLst>
            </p:cNvPr>
            <p:cNvSpPr txBox="1"/>
            <p:nvPr/>
          </p:nvSpPr>
          <p:spPr>
            <a:xfrm>
              <a:off x="844572" y="4386004"/>
              <a:ext cx="77617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costs.xlsx</a:t>
              </a: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90EE11D9-C4B4-D026-A3BE-568C9B3BC640}"/>
                </a:ext>
              </a:extLst>
            </p:cNvPr>
            <p:cNvSpPr/>
            <p:nvPr/>
          </p:nvSpPr>
          <p:spPr>
            <a:xfrm>
              <a:off x="394402" y="4386004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61" name="ZoneTexte 1060">
              <a:extLst>
                <a:ext uri="{FF2B5EF4-FFF2-40B4-BE49-F238E27FC236}">
                  <a16:creationId xmlns:a16="http://schemas.microsoft.com/office/drawing/2014/main" id="{AE93A1EA-0D06-CDFE-3EB2-31A5922A3D11}"/>
                </a:ext>
              </a:extLst>
            </p:cNvPr>
            <p:cNvSpPr txBox="1"/>
            <p:nvPr/>
          </p:nvSpPr>
          <p:spPr>
            <a:xfrm>
              <a:off x="384766" y="4139782"/>
              <a:ext cx="1250663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Simulation expenses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62" name="Picture 6" descr="Rdata icon 1024x1024px (ico, png, icns) - free download | Icons101.com">
              <a:extLst>
                <a:ext uri="{FF2B5EF4-FFF2-40B4-BE49-F238E27FC236}">
                  <a16:creationId xmlns:a16="http://schemas.microsoft.com/office/drawing/2014/main" id="{BD223E6C-84C7-FB0B-9E8D-6547654576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8889" y="6463588"/>
              <a:ext cx="378708" cy="378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3" name="ZoneTexte 1062">
              <a:extLst>
                <a:ext uri="{FF2B5EF4-FFF2-40B4-BE49-F238E27FC236}">
                  <a16:creationId xmlns:a16="http://schemas.microsoft.com/office/drawing/2014/main" id="{BBA7A62F-C5FB-394A-DFFC-8C8BAA5B1129}"/>
                </a:ext>
              </a:extLst>
            </p:cNvPr>
            <p:cNvSpPr txBox="1"/>
            <p:nvPr/>
          </p:nvSpPr>
          <p:spPr>
            <a:xfrm>
              <a:off x="4608943" y="6449806"/>
              <a:ext cx="1109599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 err="1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Price_list.Rdata</a:t>
              </a:r>
              <a:endParaRPr lang="fr-BE" sz="1001" dirty="0"/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B0555CBB-1FD6-BBE7-8D91-EB1B24C6BEE3}"/>
                </a:ext>
              </a:extLst>
            </p:cNvPr>
            <p:cNvSpPr/>
            <p:nvPr/>
          </p:nvSpPr>
          <p:spPr>
            <a:xfrm>
              <a:off x="4158774" y="6449806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065" name="ZoneTexte 1064">
              <a:extLst>
                <a:ext uri="{FF2B5EF4-FFF2-40B4-BE49-F238E27FC236}">
                  <a16:creationId xmlns:a16="http://schemas.microsoft.com/office/drawing/2014/main" id="{C9294288-837F-4226-E6BF-620ED33D9017}"/>
                </a:ext>
              </a:extLst>
            </p:cNvPr>
            <p:cNvSpPr txBox="1"/>
            <p:nvPr/>
          </p:nvSpPr>
          <p:spPr>
            <a:xfrm>
              <a:off x="4152956" y="6204245"/>
              <a:ext cx="1023037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Timber price list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8" name="ZoneTexte 1067">
              <a:extLst>
                <a:ext uri="{FF2B5EF4-FFF2-40B4-BE49-F238E27FC236}">
                  <a16:creationId xmlns:a16="http://schemas.microsoft.com/office/drawing/2014/main" id="{14111ED2-FACE-5C41-A613-1E2D1A24B614}"/>
                </a:ext>
              </a:extLst>
            </p:cNvPr>
            <p:cNvSpPr txBox="1"/>
            <p:nvPr/>
          </p:nvSpPr>
          <p:spPr>
            <a:xfrm>
              <a:off x="145741" y="6264964"/>
              <a:ext cx="966931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Observations</a:t>
              </a:r>
            </a:p>
          </p:txBody>
        </p:sp>
        <p:cxnSp>
          <p:nvCxnSpPr>
            <p:cNvPr id="1082" name="Connecteur : en angle 1081">
              <a:extLst>
                <a:ext uri="{FF2B5EF4-FFF2-40B4-BE49-F238E27FC236}">
                  <a16:creationId xmlns:a16="http://schemas.microsoft.com/office/drawing/2014/main" id="{727A96FC-81AD-F3FF-4FFB-3A7F88AB4ABB}"/>
                </a:ext>
              </a:extLst>
            </p:cNvPr>
            <p:cNvCxnSpPr>
              <a:stCxn id="27" idx="1"/>
              <a:endCxn id="1043" idx="1"/>
            </p:cNvCxnSpPr>
            <p:nvPr/>
          </p:nvCxnSpPr>
          <p:spPr>
            <a:xfrm rot="10800000" flipH="1" flipV="1">
              <a:off x="1706221" y="534577"/>
              <a:ext cx="10425" cy="716266"/>
            </a:xfrm>
            <a:prstGeom prst="bentConnector3">
              <a:avLst>
                <a:gd name="adj1" fmla="val -21471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Connecteur : en angle 1083">
              <a:extLst>
                <a:ext uri="{FF2B5EF4-FFF2-40B4-BE49-F238E27FC236}">
                  <a16:creationId xmlns:a16="http://schemas.microsoft.com/office/drawing/2014/main" id="{C897EAC2-0A42-8D12-4318-E4E20B44CB34}"/>
                </a:ext>
              </a:extLst>
            </p:cNvPr>
            <p:cNvCxnSpPr>
              <a:cxnSpLocks/>
              <a:endCxn id="1027" idx="1"/>
            </p:cNvCxnSpPr>
            <p:nvPr/>
          </p:nvCxnSpPr>
          <p:spPr>
            <a:xfrm rot="5400000">
              <a:off x="1476397" y="1709263"/>
              <a:ext cx="470985" cy="1"/>
            </a:xfrm>
            <a:prstGeom prst="bentConnector4">
              <a:avLst>
                <a:gd name="adj1" fmla="val 28762"/>
                <a:gd name="adj2" fmla="val 228601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Connecteur : en angle 1094">
              <a:extLst>
                <a:ext uri="{FF2B5EF4-FFF2-40B4-BE49-F238E27FC236}">
                  <a16:creationId xmlns:a16="http://schemas.microsoft.com/office/drawing/2014/main" id="{6B04CBC6-791C-4D1C-F5A5-D027BD7FA3F2}"/>
                </a:ext>
              </a:extLst>
            </p:cNvPr>
            <p:cNvCxnSpPr>
              <a:stCxn id="52" idx="3"/>
              <a:endCxn id="1035" idx="3"/>
            </p:cNvCxnSpPr>
            <p:nvPr/>
          </p:nvCxnSpPr>
          <p:spPr>
            <a:xfrm>
              <a:off x="6005770" y="1244002"/>
              <a:ext cx="5666" cy="692705"/>
            </a:xfrm>
            <a:prstGeom prst="bentConnector3">
              <a:avLst>
                <a:gd name="adj1" fmla="val 413459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Connecteur : en angle 1096">
              <a:extLst>
                <a:ext uri="{FF2B5EF4-FFF2-40B4-BE49-F238E27FC236}">
                  <a16:creationId xmlns:a16="http://schemas.microsoft.com/office/drawing/2014/main" id="{0DE17876-4663-9DEF-8DF3-9A478548A5EE}"/>
                </a:ext>
              </a:extLst>
            </p:cNvPr>
            <p:cNvCxnSpPr>
              <a:stCxn id="1027" idx="3"/>
              <a:endCxn id="16" idx="0"/>
            </p:cNvCxnSpPr>
            <p:nvPr/>
          </p:nvCxnSpPr>
          <p:spPr>
            <a:xfrm>
              <a:off x="3723703" y="1944756"/>
              <a:ext cx="102392" cy="109846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Connecteur : en angle 1098">
              <a:extLst>
                <a:ext uri="{FF2B5EF4-FFF2-40B4-BE49-F238E27FC236}">
                  <a16:creationId xmlns:a16="http://schemas.microsoft.com/office/drawing/2014/main" id="{62313E20-15A9-AA95-8392-80BF4526216C}"/>
                </a:ext>
              </a:extLst>
            </p:cNvPr>
            <p:cNvCxnSpPr>
              <a:stCxn id="58" idx="3"/>
              <a:endCxn id="16" idx="0"/>
            </p:cNvCxnSpPr>
            <p:nvPr/>
          </p:nvCxnSpPr>
          <p:spPr>
            <a:xfrm>
              <a:off x="3723703" y="2666856"/>
              <a:ext cx="102392" cy="376361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Connecteur : en angle 1100">
              <a:extLst>
                <a:ext uri="{FF2B5EF4-FFF2-40B4-BE49-F238E27FC236}">
                  <a16:creationId xmlns:a16="http://schemas.microsoft.com/office/drawing/2014/main" id="{1519D2C3-5003-1D6E-E745-4E78E9C56B31}"/>
                </a:ext>
              </a:extLst>
            </p:cNvPr>
            <p:cNvCxnSpPr>
              <a:stCxn id="1039" idx="1"/>
              <a:endCxn id="16" idx="0"/>
            </p:cNvCxnSpPr>
            <p:nvPr/>
          </p:nvCxnSpPr>
          <p:spPr>
            <a:xfrm rot="10800000" flipV="1">
              <a:off x="3826095" y="2672715"/>
              <a:ext cx="167860" cy="37050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Connecteur : en angle 1102">
              <a:extLst>
                <a:ext uri="{FF2B5EF4-FFF2-40B4-BE49-F238E27FC236}">
                  <a16:creationId xmlns:a16="http://schemas.microsoft.com/office/drawing/2014/main" id="{7EC9FD27-21E7-783A-7D72-1A69333BB10C}"/>
                </a:ext>
              </a:extLst>
            </p:cNvPr>
            <p:cNvCxnSpPr>
              <a:cxnSpLocks/>
              <a:stCxn id="1037" idx="1"/>
              <a:endCxn id="16" idx="0"/>
            </p:cNvCxnSpPr>
            <p:nvPr/>
          </p:nvCxnSpPr>
          <p:spPr>
            <a:xfrm rot="10800000" flipV="1">
              <a:off x="3826095" y="1943257"/>
              <a:ext cx="188154" cy="109996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Connecteur droit avec flèche 1105">
              <a:extLst>
                <a:ext uri="{FF2B5EF4-FFF2-40B4-BE49-F238E27FC236}">
                  <a16:creationId xmlns:a16="http://schemas.microsoft.com/office/drawing/2014/main" id="{48ECB5EC-4C43-2783-EC8C-8108ADD7B137}"/>
                </a:ext>
              </a:extLst>
            </p:cNvPr>
            <p:cNvCxnSpPr>
              <a:stCxn id="11" idx="2"/>
            </p:cNvCxnSpPr>
            <p:nvPr/>
          </p:nvCxnSpPr>
          <p:spPr>
            <a:xfrm flipH="1">
              <a:off x="3905413" y="3697265"/>
              <a:ext cx="491" cy="1524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Connecteur droit avec flèche 1108">
              <a:extLst>
                <a:ext uri="{FF2B5EF4-FFF2-40B4-BE49-F238E27FC236}">
                  <a16:creationId xmlns:a16="http://schemas.microsoft.com/office/drawing/2014/main" id="{67514AE8-4DA1-1D45-9971-092DE739DFDC}"/>
                </a:ext>
              </a:extLst>
            </p:cNvPr>
            <p:cNvCxnSpPr/>
            <p:nvPr/>
          </p:nvCxnSpPr>
          <p:spPr>
            <a:xfrm flipH="1">
              <a:off x="3905412" y="4440479"/>
              <a:ext cx="491" cy="1524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Connecteur droit avec flèche 1109">
              <a:extLst>
                <a:ext uri="{FF2B5EF4-FFF2-40B4-BE49-F238E27FC236}">
                  <a16:creationId xmlns:a16="http://schemas.microsoft.com/office/drawing/2014/main" id="{0D41E374-EBEC-17E8-980E-06ED7BD88285}"/>
                </a:ext>
              </a:extLst>
            </p:cNvPr>
            <p:cNvCxnSpPr/>
            <p:nvPr/>
          </p:nvCxnSpPr>
          <p:spPr>
            <a:xfrm flipH="1">
              <a:off x="3906241" y="5179049"/>
              <a:ext cx="491" cy="1524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Connecteur : en angle 1111">
              <a:extLst>
                <a:ext uri="{FF2B5EF4-FFF2-40B4-BE49-F238E27FC236}">
                  <a16:creationId xmlns:a16="http://schemas.microsoft.com/office/drawing/2014/main" id="{6BC297B7-1AE2-AE75-3A90-182C4E64BBA2}"/>
                </a:ext>
              </a:extLst>
            </p:cNvPr>
            <p:cNvCxnSpPr>
              <a:stCxn id="14" idx="3"/>
              <a:endCxn id="1051" idx="1"/>
            </p:cNvCxnSpPr>
            <p:nvPr/>
          </p:nvCxnSpPr>
          <p:spPr>
            <a:xfrm>
              <a:off x="2400314" y="3965285"/>
              <a:ext cx="484745" cy="101147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Connecteur : en angle 1113">
              <a:extLst>
                <a:ext uri="{FF2B5EF4-FFF2-40B4-BE49-F238E27FC236}">
                  <a16:creationId xmlns:a16="http://schemas.microsoft.com/office/drawing/2014/main" id="{AD9C669F-8C46-3563-8FC3-7468E69E9D2D}"/>
                </a:ext>
              </a:extLst>
            </p:cNvPr>
            <p:cNvCxnSpPr>
              <a:stCxn id="1060" idx="3"/>
              <a:endCxn id="1051" idx="1"/>
            </p:cNvCxnSpPr>
            <p:nvPr/>
          </p:nvCxnSpPr>
          <p:spPr>
            <a:xfrm>
              <a:off x="2406217" y="4586059"/>
              <a:ext cx="478842" cy="39070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Connecteur : en angle 1126">
              <a:extLst>
                <a:ext uri="{FF2B5EF4-FFF2-40B4-BE49-F238E27FC236}">
                  <a16:creationId xmlns:a16="http://schemas.microsoft.com/office/drawing/2014/main" id="{B204C208-81C1-D7D3-FEC8-858D70C41F08}"/>
                </a:ext>
              </a:extLst>
            </p:cNvPr>
            <p:cNvCxnSpPr>
              <a:cxnSpLocks/>
              <a:stCxn id="1056" idx="2"/>
              <a:endCxn id="31" idx="0"/>
            </p:cNvCxnSpPr>
            <p:nvPr/>
          </p:nvCxnSpPr>
          <p:spPr>
            <a:xfrm rot="5400000">
              <a:off x="2732873" y="7012117"/>
              <a:ext cx="2312075" cy="411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Connecteur : en angle 1131">
              <a:extLst>
                <a:ext uri="{FF2B5EF4-FFF2-40B4-BE49-F238E27FC236}">
                  <a16:creationId xmlns:a16="http://schemas.microsoft.com/office/drawing/2014/main" id="{94976E12-61B6-723C-CC1A-38C9B487CA85}"/>
                </a:ext>
              </a:extLst>
            </p:cNvPr>
            <p:cNvCxnSpPr>
              <a:cxnSpLocks/>
              <a:stCxn id="1067" idx="3"/>
              <a:endCxn id="31" idx="0"/>
            </p:cNvCxnSpPr>
            <p:nvPr/>
          </p:nvCxnSpPr>
          <p:spPr>
            <a:xfrm>
              <a:off x="2612571" y="7142642"/>
              <a:ext cx="1274282" cy="102757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7" name="ZoneTexte 1136">
              <a:extLst>
                <a:ext uri="{FF2B5EF4-FFF2-40B4-BE49-F238E27FC236}">
                  <a16:creationId xmlns:a16="http://schemas.microsoft.com/office/drawing/2014/main" id="{753475D3-004D-351F-C743-EC76C25271D4}"/>
                </a:ext>
              </a:extLst>
            </p:cNvPr>
            <p:cNvSpPr txBox="1"/>
            <p:nvPr/>
          </p:nvSpPr>
          <p:spPr>
            <a:xfrm>
              <a:off x="2867078" y="9280361"/>
              <a:ext cx="1497526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b="1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paper_results_v6.html</a:t>
              </a:r>
              <a:endParaRPr lang="fr-BE" sz="1001" dirty="0"/>
            </a:p>
          </p:txBody>
        </p:sp>
        <p:sp>
          <p:nvSpPr>
            <p:cNvPr id="1138" name="Rectangle 1137">
              <a:extLst>
                <a:ext uri="{FF2B5EF4-FFF2-40B4-BE49-F238E27FC236}">
                  <a16:creationId xmlns:a16="http://schemas.microsoft.com/office/drawing/2014/main" id="{117490F1-ADB2-C61D-C493-58B6CFCD1E29}"/>
                </a:ext>
              </a:extLst>
            </p:cNvPr>
            <p:cNvSpPr/>
            <p:nvPr/>
          </p:nvSpPr>
          <p:spPr>
            <a:xfrm>
              <a:off x="2416909" y="9280360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139" name="ZoneTexte 1138">
              <a:extLst>
                <a:ext uri="{FF2B5EF4-FFF2-40B4-BE49-F238E27FC236}">
                  <a16:creationId xmlns:a16="http://schemas.microsoft.com/office/drawing/2014/main" id="{9A9D9DB8-E936-1ABD-D6D0-14946B2C2748}"/>
                </a:ext>
              </a:extLst>
            </p:cNvPr>
            <p:cNvSpPr txBox="1"/>
            <p:nvPr/>
          </p:nvSpPr>
          <p:spPr>
            <a:xfrm>
              <a:off x="2407272" y="9034137"/>
              <a:ext cx="80823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Rmd</a:t>
              </a:r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output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5" name="ZoneTexte 1144">
              <a:extLst>
                <a:ext uri="{FF2B5EF4-FFF2-40B4-BE49-F238E27FC236}">
                  <a16:creationId xmlns:a16="http://schemas.microsoft.com/office/drawing/2014/main" id="{33D929C2-1D0D-EBD1-B782-BE2CD6E3C39B}"/>
                </a:ext>
              </a:extLst>
            </p:cNvPr>
            <p:cNvSpPr txBox="1"/>
            <p:nvPr/>
          </p:nvSpPr>
          <p:spPr>
            <a:xfrm>
              <a:off x="4983976" y="9280361"/>
              <a:ext cx="4603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In fig/</a:t>
              </a:r>
            </a:p>
          </p:txBody>
        </p:sp>
        <p:sp>
          <p:nvSpPr>
            <p:cNvPr id="1146" name="Rectangle 1145">
              <a:extLst>
                <a:ext uri="{FF2B5EF4-FFF2-40B4-BE49-F238E27FC236}">
                  <a16:creationId xmlns:a16="http://schemas.microsoft.com/office/drawing/2014/main" id="{25210101-EA2A-78E7-01FA-4912419907E4}"/>
                </a:ext>
              </a:extLst>
            </p:cNvPr>
            <p:cNvSpPr/>
            <p:nvPr/>
          </p:nvSpPr>
          <p:spPr>
            <a:xfrm>
              <a:off x="4533807" y="9280360"/>
              <a:ext cx="2011815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1801"/>
            </a:p>
          </p:txBody>
        </p:sp>
        <p:sp>
          <p:nvSpPr>
            <p:cNvPr id="1147" name="ZoneTexte 1146">
              <a:extLst>
                <a:ext uri="{FF2B5EF4-FFF2-40B4-BE49-F238E27FC236}">
                  <a16:creationId xmlns:a16="http://schemas.microsoft.com/office/drawing/2014/main" id="{610F27F0-1CF4-83F1-E4B9-8F0C93257699}"/>
                </a:ext>
              </a:extLst>
            </p:cNvPr>
            <p:cNvSpPr txBox="1"/>
            <p:nvPr/>
          </p:nvSpPr>
          <p:spPr>
            <a:xfrm>
              <a:off x="4524170" y="9034137"/>
              <a:ext cx="870751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 figures</a:t>
              </a:r>
              <a:endParaRPr lang="fr-BE" sz="10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48" name="Picture 12" descr="Html - Free files and folders icons">
              <a:extLst>
                <a:ext uri="{FF2B5EF4-FFF2-40B4-BE49-F238E27FC236}">
                  <a16:creationId xmlns:a16="http://schemas.microsoft.com/office/drawing/2014/main" id="{86B0C781-E52D-529E-01CC-E3E9F5749E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496" y="9298577"/>
              <a:ext cx="363675" cy="363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0" name="Picture 16" descr="Free Chart Icon, Symbol. Download in SVG &amp; PNG Formats.">
              <a:extLst>
                <a:ext uri="{FF2B5EF4-FFF2-40B4-BE49-F238E27FC236}">
                  <a16:creationId xmlns:a16="http://schemas.microsoft.com/office/drawing/2014/main" id="{86E6923B-F01F-97DF-9561-C07DA5CB7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3810" y="9349252"/>
              <a:ext cx="311724" cy="311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52" name="Connecteur : en angle 1151">
              <a:extLst>
                <a:ext uri="{FF2B5EF4-FFF2-40B4-BE49-F238E27FC236}">
                  <a16:creationId xmlns:a16="http://schemas.microsoft.com/office/drawing/2014/main" id="{41CE729F-7748-779D-E170-107D193324D6}"/>
                </a:ext>
              </a:extLst>
            </p:cNvPr>
            <p:cNvCxnSpPr>
              <a:cxnSpLocks/>
              <a:stCxn id="1064" idx="3"/>
              <a:endCxn id="1051" idx="3"/>
            </p:cNvCxnSpPr>
            <p:nvPr/>
          </p:nvCxnSpPr>
          <p:spPr>
            <a:xfrm flipH="1" flipV="1">
              <a:off x="4896874" y="4976763"/>
              <a:ext cx="1273715" cy="1673098"/>
            </a:xfrm>
            <a:prstGeom prst="bentConnector3">
              <a:avLst>
                <a:gd name="adj1" fmla="val -1794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Connecteur : en angle 1153">
              <a:extLst>
                <a:ext uri="{FF2B5EF4-FFF2-40B4-BE49-F238E27FC236}">
                  <a16:creationId xmlns:a16="http://schemas.microsoft.com/office/drawing/2014/main" id="{08EB38B5-5732-E8F4-FE3C-7D2CC10E144A}"/>
                </a:ext>
              </a:extLst>
            </p:cNvPr>
            <p:cNvCxnSpPr>
              <a:stCxn id="1047" idx="3"/>
              <a:endCxn id="1051" idx="3"/>
            </p:cNvCxnSpPr>
            <p:nvPr/>
          </p:nvCxnSpPr>
          <p:spPr>
            <a:xfrm flipH="1" flipV="1">
              <a:off x="4896874" y="4976763"/>
              <a:ext cx="1253857" cy="2417753"/>
            </a:xfrm>
            <a:prstGeom prst="bentConnector3">
              <a:avLst>
                <a:gd name="adj1" fmla="val -1823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Connecteur : en angle 1159">
              <a:extLst>
                <a:ext uri="{FF2B5EF4-FFF2-40B4-BE49-F238E27FC236}">
                  <a16:creationId xmlns:a16="http://schemas.microsoft.com/office/drawing/2014/main" id="{F7811435-813B-E4C2-A737-62DA7DC10636}"/>
                </a:ext>
              </a:extLst>
            </p:cNvPr>
            <p:cNvCxnSpPr>
              <a:stCxn id="1064" idx="1"/>
              <a:endCxn id="31" idx="0"/>
            </p:cNvCxnSpPr>
            <p:nvPr/>
          </p:nvCxnSpPr>
          <p:spPr>
            <a:xfrm rot="10800000" flipV="1">
              <a:off x="3886854" y="6649860"/>
              <a:ext cx="271921" cy="152035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Connecteur : en angle 1161">
              <a:extLst>
                <a:ext uri="{FF2B5EF4-FFF2-40B4-BE49-F238E27FC236}">
                  <a16:creationId xmlns:a16="http://schemas.microsoft.com/office/drawing/2014/main" id="{16F5D78C-6144-AB45-0CE9-636C5D36769C}"/>
                </a:ext>
              </a:extLst>
            </p:cNvPr>
            <p:cNvCxnSpPr>
              <a:stCxn id="1047" idx="1"/>
              <a:endCxn id="31" idx="0"/>
            </p:cNvCxnSpPr>
            <p:nvPr/>
          </p:nvCxnSpPr>
          <p:spPr>
            <a:xfrm rot="10800000" flipV="1">
              <a:off x="3886854" y="7394516"/>
              <a:ext cx="252063" cy="77569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Connecteur : en angle 1163">
              <a:extLst>
                <a:ext uri="{FF2B5EF4-FFF2-40B4-BE49-F238E27FC236}">
                  <a16:creationId xmlns:a16="http://schemas.microsoft.com/office/drawing/2014/main" id="{32D24003-04A1-FB5D-D8A6-54FF0B0958E5}"/>
                </a:ext>
              </a:extLst>
            </p:cNvPr>
            <p:cNvCxnSpPr>
              <a:stCxn id="30" idx="2"/>
              <a:endCxn id="42" idx="0"/>
            </p:cNvCxnSpPr>
            <p:nvPr/>
          </p:nvCxnSpPr>
          <p:spPr>
            <a:xfrm rot="5400000">
              <a:off x="2415067" y="7525128"/>
              <a:ext cx="197544" cy="282047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Connecteur : en angle 1165">
              <a:extLst>
                <a:ext uri="{FF2B5EF4-FFF2-40B4-BE49-F238E27FC236}">
                  <a16:creationId xmlns:a16="http://schemas.microsoft.com/office/drawing/2014/main" id="{78453F7E-D72B-2570-2853-E9C94EB25884}"/>
                </a:ext>
              </a:extLst>
            </p:cNvPr>
            <p:cNvCxnSpPr>
              <a:stCxn id="30" idx="2"/>
              <a:endCxn id="1139" idx="0"/>
            </p:cNvCxnSpPr>
            <p:nvPr/>
          </p:nvCxnSpPr>
          <p:spPr>
            <a:xfrm rot="5400000">
              <a:off x="3268961" y="8379022"/>
              <a:ext cx="197544" cy="111268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Connecteur : en angle 1167">
              <a:extLst>
                <a:ext uri="{FF2B5EF4-FFF2-40B4-BE49-F238E27FC236}">
                  <a16:creationId xmlns:a16="http://schemas.microsoft.com/office/drawing/2014/main" id="{E155720E-7759-044E-208A-556B8C593B97}"/>
                </a:ext>
              </a:extLst>
            </p:cNvPr>
            <p:cNvCxnSpPr>
              <a:stCxn id="30" idx="2"/>
              <a:endCxn id="1147" idx="0"/>
            </p:cNvCxnSpPr>
            <p:nvPr/>
          </p:nvCxnSpPr>
          <p:spPr>
            <a:xfrm rot="16200000" flipH="1">
              <a:off x="4343039" y="8417630"/>
              <a:ext cx="197544" cy="103547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52654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8D708EB18334A8F5E2D4BBE638BA8" ma:contentTypeVersion="11" ma:contentTypeDescription="Crée un document." ma:contentTypeScope="" ma:versionID="73a72bdd6a2a580272656966b991cb93">
  <xsd:schema xmlns:xsd="http://www.w3.org/2001/XMLSchema" xmlns:xs="http://www.w3.org/2001/XMLSchema" xmlns:p="http://schemas.microsoft.com/office/2006/metadata/properties" xmlns:ns2="5785a5e1-32c4-4f65-af10-eebc16574aee" xmlns:ns3="aad19e44-66bb-48cb-9d5c-a59f7b5db471" targetNamespace="http://schemas.microsoft.com/office/2006/metadata/properties" ma:root="true" ma:fieldsID="250138fd6bf6ca4c82a587bcbad83ccc" ns2:_="" ns3:_="">
    <xsd:import namespace="5785a5e1-32c4-4f65-af10-eebc16574aee"/>
    <xsd:import namespace="aad19e44-66bb-48cb-9d5c-a59f7b5db4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85a5e1-32c4-4f65-af10-eebc16574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434ded7-6e41-4000-8be6-3d063d771b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d19e44-66bb-48cb-9d5c-a59f7b5db4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387289-2c89-4b9a-9ce8-6120ba570354}" ma:internalName="TaxCatchAll" ma:showField="CatchAllData" ma:web="aad19e44-66bb-48cb-9d5c-a59f7b5db4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d19e44-66bb-48cb-9d5c-a59f7b5db471" xsi:nil="true"/>
    <lcf76f155ced4ddcb4097134ff3c332f xmlns="5785a5e1-32c4-4f65-af10-eebc16574a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2BF9FB-5AAD-4B12-980B-F349E0807F8F}"/>
</file>

<file path=customXml/itemProps2.xml><?xml version="1.0" encoding="utf-8"?>
<ds:datastoreItem xmlns:ds="http://schemas.openxmlformats.org/officeDocument/2006/customXml" ds:itemID="{648AFC1C-4A63-4008-AB3E-EF7DAD82459D}"/>
</file>

<file path=customXml/itemProps3.xml><?xml version="1.0" encoding="utf-8"?>
<ds:datastoreItem xmlns:ds="http://schemas.openxmlformats.org/officeDocument/2006/customXml" ds:itemID="{FC302C07-D054-40CA-95CE-225D04632B5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268</Words>
  <Application>Microsoft Office PowerPoint</Application>
  <PresentationFormat>Grand écran</PresentationFormat>
  <Paragraphs>49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Ligot Gauthier</dc:creator>
  <cp:lastModifiedBy>Ligot Gauthier</cp:lastModifiedBy>
  <cp:revision>1</cp:revision>
  <dcterms:created xsi:type="dcterms:W3CDTF">2026-04-29T11:53:56Z</dcterms:created>
  <dcterms:modified xsi:type="dcterms:W3CDTF">2026-04-29T12:44:46Z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0x0101009F48D708EB18334A8F5E2D4BBE638BA8</vt:lpwstr>
  </property>
</Properties>
</file>